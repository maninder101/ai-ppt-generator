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Transforming Healthcare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E1E1E"/>
                </a:solidFill>
              </a:defRPr>
            </a:pPr>
            <a:r>
              <a:t>AI enhances diagnostics and treatment accuracy.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Machine learning detects diseases earlier.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Hospitals use AI to predict patient risks.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Medical Imaging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E1E1E"/>
                </a:solidFill>
              </a:defRPr>
            </a:pPr>
            <a:r>
              <a:t>Deep learning models analyze MRI and CT scans.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AI speeds up image interpretation by doctors.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Reduces human error in diagnostics.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Drug Discovery and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E1E1E"/>
                </a:solidFill>
              </a:defRPr>
            </a:pPr>
            <a:r>
              <a:t>AI shortens the drug development timeline.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Predicts molecular interactions effectively.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Reduces cost of pharmaceutical trials.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Virtual Health Assistants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E1E1E"/>
                </a:solidFill>
              </a:defRPr>
            </a:pPr>
            <a:r>
              <a:t>Chatbots support patients with daily health tracking.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Personalized reminders improve medication adherence.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Reduces burden on healthcare staff.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Challenges and Future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E1E1E"/>
                </a:solidFill>
              </a:defRPr>
            </a:pPr>
            <a:r>
              <a:t>Data privacy and bias remain major concerns.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Regulations needed for AI-driven decisions.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The future promises safer, smarter healthcare systems.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".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Each slide must include: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 clear title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3-5 informative bullet points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Avoid placeholders or generic text.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Include a list of items to indicate the slide title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Include bullet points for each item (not all items.)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Include one to indicate the slide title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Include a link to the slide title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Include a link to the slide title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Include a link to the slide title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Include a link to the slide title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Include a link to the slide title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Include a link to the slide title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Include a link to the slide title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For each slide, include a link to the slide title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For each patient, include a link to the slide title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For each diagnostic, medical and/or surgical patient, include a link to the slide title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For each hospital, include a link to the slide title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For each individual patient, include a link to the slide title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For each organization, include a link to the slide title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For each individual organization, include a link to the slide title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For each individual patient, include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