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Artificial Intelligence in Education: 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Defining AI in Educational Contexts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The growing integration of AI technologies in learning environments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Exploring the potential to revolutionize teaching and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Enhancing Personalized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Adaptive learning platforms tailoring content to individual student needs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Intelligent tutoring systems providing instant, personalized feedback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Data analytics identifying learning gaps and optimizing student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Empowering Educators and Streamlining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Automating administrative tasks like grading and attendance tracking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AI-powered tools for curriculum development and content creation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Providing educators with insights into student performance for targeted instruction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Applications and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Language learning apps with AI tutors and pronunciation feedback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Virtual assistants for student support and administrative queries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Content generation tools for creating customized educational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Addressing data privacy, security, and algorithmic bias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Ensuring equitable access and preventing digital divides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Maintaining the crucial role of human educators and social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Emerging trends: AI companions, VR/AR integration, and lifelong learning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Fostering a collaborative future between AI and human intelligence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Transformative potential for global accessibility and quality of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