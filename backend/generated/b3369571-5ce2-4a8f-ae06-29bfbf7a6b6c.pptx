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Artificial Intelligence in Education: Transforming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Introduction to AI in the educational context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Overview of how AI is reshaping teaching and learning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Aims to enhance efficiency, personalization, and accessibility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Applications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Personalized Learning Paths and Adaptive Tutoring Systems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Automated Grading and Feedback for Students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Data Analytics for Student Progress and Predictive Insights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Intelligent Content Creation and Resource Curation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Data Privacy and Security Concerns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Algorithmic Bias and Equity Issues in AI Tools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Teacher Training and Integration Challenges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Risk of Over-reliance and Potential for "Deskilling"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of AI in Education: A Collaborative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Emphasizing Human-AI Collaboration (teachers as facilitators)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Ethical Development and Responsible Implementation of AIEd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Continuous Innovation and Research in AI-powered tools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Empowering Learners for 21st-century skills and lifelong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