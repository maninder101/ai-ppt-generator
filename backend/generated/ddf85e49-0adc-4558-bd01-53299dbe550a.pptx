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Introduction to AI in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Artificial Intelligence?</a:t>
            </a:r>
          </a:p>
          <a:p>
            <a:r>
              <a:t>Importance of AI in modern learning systems</a:t>
            </a:r>
          </a:p>
          <a:p>
            <a:r>
              <a:t>How AI is transforming education today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Applications of AI in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Personalized learning paths</a:t>
            </a:r>
          </a:p>
          <a:p>
            <a:r>
              <a:t>AI-driven tutoring systems</a:t>
            </a:r>
          </a:p>
          <a:p>
            <a:r>
              <a:t>Smart content creation and grading</a:t>
            </a:r>
          </a:p>
          <a:p>
            <a:r>
              <a:t>Language translation and accessibility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Benefits for Students and Teachers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feedback and assessments</a:t>
            </a:r>
          </a:p>
          <a:p>
            <a:r>
              <a:t>Reduced workload for teachers</a:t>
            </a:r>
          </a:p>
          <a:p>
            <a:r>
              <a:t>Data-driven insights for better learning outcomes</a:t>
            </a:r>
          </a:p>
          <a:p>
            <a:r>
              <a:t>Encouraging creativity and critical thinking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Challenges and Ethical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privacy and security</a:t>
            </a:r>
          </a:p>
          <a:p>
            <a:r>
              <a:t>Bias in AI algorithms</a:t>
            </a:r>
          </a:p>
          <a:p>
            <a:r>
              <a:t>Over-reliance on technology</a:t>
            </a:r>
          </a:p>
          <a:p>
            <a:r>
              <a:t>Cost and infrastructure limitations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Future of AI in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Integration with virtual and augmented reality</a:t>
            </a:r>
          </a:p>
          <a:p>
            <a:r>
              <a:t>Role of AI in lifelong learning</a:t>
            </a:r>
          </a:p>
          <a:p>
            <a:r>
              <a:t>Upcoming trends and innovations</a:t>
            </a:r>
          </a:p>
          <a:p>
            <a:r>
              <a:t>Balancing human and artificial intelligence</a:t>
            </a:r>
          </a:p>
          <a:p>
            <a:r>
              <a:t>.</a:t>
            </a:r>
          </a:p>
          <a:p>
            <a:r>
              <a:t>Each slide must have a meaningful title and 3-5 bullet points with actual content.</a:t>
            </a:r>
          </a:p>
          <a:p>
            <a:r>
              <a:t>Only provide content relevant to the topic; do not include instructions or placeholders.</a:t>
            </a:r>
          </a:p>
          <a:p>
            <a:r>
              <a:t>Format like this: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