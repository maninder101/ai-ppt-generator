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800" b="1">
                <a:solidFill>
                  <a:srgbClr val="FFD700"/>
                </a:solidFill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FD700"/>
                </a:solidFill>
              </a:defRPr>
            </a:pPr>
            <a:r>
              <a:t>3-5 bullet points</a:t>
            </a:r>
          </a:p>
          <a:p>
            <a:pPr>
              <a:defRPr sz="2200">
                <a:solidFill>
                  <a:srgbClr val="FFD700"/>
                </a:solidFill>
              </a:defRPr>
            </a:pPr>
            <a:r>
              <a:t>Use informative, concise, and engaging points. Avoid repetition or placeholders.</a:t>
            </a:r>
          </a:p>
          <a:p>
            <a:pPr>
              <a:defRPr sz="2200">
                <a:solidFill>
                  <a:srgbClr val="FFD700"/>
                </a:solidFill>
              </a:defRPr>
            </a:pPr>
            <a:r>
              <a:t>Use a slide reference as the basis for comments.</a:t>
            </a:r>
          </a:p>
          <a:p>
            <a:pPr>
              <a:defRPr sz="2200">
                <a:solidFill>
                  <a:srgbClr val="FFD700"/>
                </a:solidFill>
              </a:defRPr>
            </a:pPr>
            <a:r>
              <a:t>Use a slide in a text-based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