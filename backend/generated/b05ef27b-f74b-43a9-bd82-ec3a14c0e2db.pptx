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The future promises safer, smarter healthcare systems.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".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Each slide must include: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placeholders or generic text.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punctuation and commas.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Make sure that slides have the following 3-5 informative bullet points.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quotation marks.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hyphenated symbols.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hyphenated semicolons.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hyphenated double quotes.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Avoid hyphenated hyphens.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5-5 informative bullet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