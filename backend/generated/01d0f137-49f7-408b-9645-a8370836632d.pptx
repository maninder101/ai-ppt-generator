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is Baseball?**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Baseball is a bat-and-ball game played between two teams of nine players each.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The objective is for one team to score more runs than its opponent by hitting a ball thrown by the opposing team's pitcher.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Players advance counter-clockwise around a series of four bases: first, second, third, and home plate.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It's a strategic sport deeply rooted in American culture, often called "America's Pastime," but enjoyed globally.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Understanding the Game: Core Mechanics**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A game is divided into innings, typically nine, where each team gets a turn to bat and field.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The fielding team attempts to get three offensive players "out" to end the batting team's turn.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Once three outs are recorded, the teams switch roles (batting team fields, fielding team bats).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Players on offense attempt to hit the pitched ball and reach bases safely, eventually touching home plate to score a run.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Player Roles and Field Positions**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**Pitcher:** Throws the ball from the mound toward the batter, aiming to get them out.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**Catcher:** Squats behind home plate to receive pitches and defend against base stealers.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**Infielders (1B, 2B, SS, 3B):** Cover the bases and the immediate surrounding area to field batted balls and make outs.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**Outfielders (LF, CF, RF):** Positioned in the deeper part of the field to catch fly balls and retrieve ground balls hit far.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Essential Equipment and Playing Field**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**Equipment:** Players use a bat (wood or metal) to hit the ball, gloves to catch it, and wear helmets for safety when batting.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**Ball:** A hard, cork-centered ball covered in leather with characteristic red stitching.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**Field:** Composed of an "infield" (a diamond with four bases and a pitcher's mound) and a larger "outfield" beyond it.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**Bases:** Four bases (1st, 2nd, 3rd, and home plate) must be touched in sequence by an offensive player to score.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How Runs are Scored and Games Won**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A "run" is scored when an offensive player successfully advances around 1st, 2nd, and 3rd bases and touches home plate.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Runs are primarily scored by hitting the ball and advancing, but can also be earned through walks or defensive errors.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The team with the most runs at the end of the regulation number of innings wins the game.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If scores are tied after nine innings, extra innings are played until one team has a lead.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Professional Baseball and Worldwide Reach**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Major League Baseball (MLB) in North America is the premier professional baseball league globally, featuring 30 teams.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Other prominent professional leagues exist in Japan (NPB), South Korea (KBO), and various Latin American countries.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International tournaments, like the World Baseball Classic, showcase the sport's global appeal and competitiveness.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Baseball is played recreationally and professionally across continents, making it a truly international sport despite its strong American origins.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