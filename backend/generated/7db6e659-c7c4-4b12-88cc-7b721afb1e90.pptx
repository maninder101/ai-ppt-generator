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Quantum Computing Explained: A New Era of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Definition: A revolutionary computing paradigm.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Leverages quantum mechanics phenomena.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Promises to solve intractable problems.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Bits vs. Qubits: The Fundamental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Classical bits store information as 0 or 1.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Qubits can be 0, 1, or both simultaneously.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This "both" state is called superposition.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Quantum Principle: Superposition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Qubits exist in a combination of states (0 and 1).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Imagine a spinning coin before it lands.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Enables parallel processing of vast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Quantum Principle: Entanglement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Two or more qubits become linked, sharing a state.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Measuring one instantly affects the others.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Allows for complex correlations and powerful calculations.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Quantum Computers Process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Qubits are manipulated using quantum gates.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Algorithms amplify correct answers and cancel errors.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Results are probabilistic; multiple runs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Applications and The Future of Quantum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Breakthroughs in drug discovery and materials science.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Revolutionize cryptography and financial modeling.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Still in early stages, facing significant engineering challenges.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