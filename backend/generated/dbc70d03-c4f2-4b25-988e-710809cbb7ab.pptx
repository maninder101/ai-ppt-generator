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What is Baseball?**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A bat-and-ball game played between two teams, typically of nine players each.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The primary objective is to score runs by hitting a pitched ball and advancing counter-clockwise around four bases.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Key equipment includes a bat, ball, gloves, and protective gear.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Governed by specific rules and played on a distinct diamond-shaped field.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Baseball Diamond and Positions**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Played on a unique diamond-shaped field featuring four bases: first, second, third, and home plate.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Each team fields nine players defensively, occupying specialized positions to cover the field.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Key defensive roles include the pitcher, catcher, infielders (first baseman, second baseman, third baseman, shortstop), and outfielders (left field, center field, right field).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Offensive Play: Batting and Baserunning**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The offensive team attempts to score runs by having batters hit the pitched ball into play.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A batter's goal is to safely reach base via a hit, a walk (four called balls), or by being hit by a pitch.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Once on base, baserunners strategically advance around the bases to ultimately touch home plate and score a run.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Defensive Play: Pitching and Fielding**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The defensive team aims to prevent the offense from scoring runs by getting batters and runners "out."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The pitcher throws the ball to the batter, attempting to get strikes or induce weak contact that results in an out.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Fielders catch batted balls, tag runners, or throw balls to bases to record outs.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Three outs end a team's turn at bat, concluding a half-inning.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Scoring and Game Structure**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A run is scored when an offensive player successfully touches all four bases in order, culminating at home plate.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A standard baseball game is divided into nine innings, with each team getting one turn to bat per inning.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The team with the most runs after nine innings is declared the winner.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If the score is tied after nine innings, extra innings are played until one team gains a lead.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Fundamental Rules and Strategy**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A batter accumulates "strikes" when they miss or do not swing at pitches in the strike zone; three strikes result in a "strikeout." Four "balls" (pitches outside the strike zone) result in a "walk."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Each team gets three outs per inning before their offensive turn concludes.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Strategic elements include bunting to advance runners, stealing bases to gain an advantage, and timely pitching changes from the bullpen.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Managers make critical decisions on player substitutions, defensive alignments, and offensive tactics to influence game outcomes.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