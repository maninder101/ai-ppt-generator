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Welcome to the World of Football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The most popular sport globally, known as soccer in some regions.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Played between two teams of 11 players on a rectangular field.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Objective: score by propelling the ball into the opposing team's goal.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 Rich History and Origin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Ancient ball games with kicking elements existed across many cultures.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Modern codified rules originated in England in the mid-19th century.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FIFA, the international governing body, was founded in Paris in 1904.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Fundamental Rules and Gameplay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Players primarily use feet, head, or chest; only the goalkeeper uses hands within their area.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 standard match consists of two 45-minute halves with a halftime break.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The team scoring more goals wins; if scores are equal, the match is a draw.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Player Positions and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Goalkeeper: Protects the goal, preventing the opposition from scoring.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Defenders: Primarily focus on stopping opponents and winning back possession.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Midfielders and Forwards: Control the middle of the field, create chances, and score goals.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Essential Equipment and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The football: a spherical ball with specific size and weight regulations.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Player equipment: boots, shin guards, jersey, shorts, and socks.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The pitch: a rectangular grass field with clearly marked boundaries and two goals.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Major Competitions Worldwide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FIFA World Cup: The most prestigious international tournament, held every four years.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UEFA Champions League: Europe's elite club competition, featuring top teams.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Domestic Leagues: National competitions like the Premier League, La Liga, and Serie 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Iconic Players and Legendary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Historical greats: Pelé, Diego Maradona, Johan Cruyff, who defined eras.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Modern stars: Lionel Messi, Cristiano Ronaldo, known for record-breaking achievements.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Famous clubs: Real Madrid, FC Barcelona, Manchester United, recognized globally.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Tactics and Strategic 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Formations: Player arrangements like 4-4-2 or 4-3-3 to optimize play.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Attacking play: Focuses on creating goal-scoring opportunities and maintaining possession.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Defensive play: Emphasizes preventing goals, winning the ball, and counter-attacking.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Cultural Impact and Global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Unites diverse communities and transcends national boundaries.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Major source of national pride and cultural identity for many countries.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Generates massive economic activity, media coverage, and fan engagement.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Future of the Beautiful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Continued global expansion in viewership, participation, and professional leagues.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Technological advancements improving refereeing (e.g., VAR) and player analysis.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Evolution of training methods, tactics, and player athleticism for higher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