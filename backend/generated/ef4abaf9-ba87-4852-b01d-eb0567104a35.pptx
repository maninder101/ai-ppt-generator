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Introduction to Baseball**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 bat-and-ball game played between two teams of nine players each.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objective is for teams to score runs by hitting a ball thrown by the opposing pitcher and advancing counter-clockwise around a series of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Widely popular in North America, parts of Central and South America, and East Asia, with a rich global history.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Field and Equipment**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Played on a diamond-shaped infield with four bases (first, second, third, home plate) and a larger outfield area.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Essential equipment includes a baseball bat, a small hard baseball, and protective gloves for fielders.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Players are assigned specific defensive positions such as pitcher, catcher, infielders, and outfielders.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Basic Gameplay - Offense**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offensive team attempts to score runs by having a batter hit the pitched ball and advance around all four bases, touching each in sequence.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Three "outs" conclude a team's offensive turn, after which the teams switch roles (offense becomes defense).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 full game typically consists of nine innings, with each team getting one offensive turn per inning.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Basic Gameplay - Defense**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defensive team aims to prevent the offensive team from scoring runs and to record three outs.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pitcher's primary role is to throw the ball in a way that makes it difficult for the batter to hit, often trying to achieve a strikeout.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Fielders catch hit balls, tag runners, or throw the ball to bases to get runners out.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Common ways to get an out include striking out a batter, catching a fly ball, or tagging a runner before they reach a base.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Rules and Scoring**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 "run" is scored when an offensive player successfully advances around all four bases and touches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 batter accumulates "strikes" (missed swings, pitches in the strike zone) and "balls" (pitches outside the strike zone); four balls result in a "walk" to first base.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game concludes after nine innings, or extra innings if tied, with the team scoring the most runs declared the winner.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Cultural Impact and Evolution**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Often referred to as "America's Pastime," baseball holds significant cultural importance in the United States and other baseball-playing nations.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Major League Baseball (MLB) is the highest professional league in North America, with a rich history of legendary players and teams.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The sport has evolved with international leagues, adaptations (like softball), and a growing global fanbase, particularly in East Asia and Latin America.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