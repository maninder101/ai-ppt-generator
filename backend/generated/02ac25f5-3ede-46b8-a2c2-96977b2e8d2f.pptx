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Introduction to Quantum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Quantum computing utilizes principles of quantum mechanics for computation.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A revolutionary paradigm aiming to solve problems intractable for classical computers.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Offers unprecedented computational power for specific complex tasks.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Classical vs. Quantum Bits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Classical computers store information as bits, which are either 0 or 1.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Quantum computers use "qubits" that can be 0, 1, or both simultaneously.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Qubits leverage unique quantum phenomena to process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Quantum Concept: Superposition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Superposition allows a qubit to exist in multiple states at the same time.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Imagine a coin spinning in the air, representing heads and tails simultaneously.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This property enables quantum computers to perform many calculations in parallel.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Quantum Concept: Entanglement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Entanglement links two or more qubits so their fates are intertwined.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Measuring one entangled qubit instantaneously influences the state of others, regardless of distance.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Crucial for complex quantum algorithms and quantum communication protocols.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How Qubits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Qubits are typically microscopic particles (e.g., electrons, photons, ions).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Their quantum states are manipulated using precise control methods like lasers or microwaves.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These manipulations form the basic operations of quantum computation.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Quantum Gates and Circuits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Quantum gates are fundamental operations applied to qubits, analogous to classical logic gates.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They change the quantum state of one or more qubits in a controlled manner.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A sequence of quantum gates forms a quantum circuit to execute an algorithm.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Famous Quantum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Shor's Algorithm: Efficiently factors large numbers, threatening modern encryption methods.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Grover's Algorithm: Speeds up searching unsorted databases quadratically.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These algorithms demonstrate the potential for quantum computers to outperform classical ones for specific problems.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Applications of Quantum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Drug discovery and materials science: Simulating complex molecular interactions at an atomic level.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Financial modeling: Optimizing investment portfolios and risk assessment.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Cryptography: Developing new secure communication methods and analyzing existing 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Challenges and The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Decoherence: Qubits are highly fragile and lose their quantum state quickly due to environmental noise.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Scalability: Building large, stable, and error-corrected quantum computers is a major engineering challenge.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Active research and significant investment are accelerating progress in this nascent field.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Quantum computing is a transformative technology harnessing quantum mechanics for computation.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Superposition and entanglement are foundational concepts enabling its power.</a:t>
            </a:r>
          </a:p>
          <a:p>
            <a:pPr>
              <a:spcAft>
                <a:spcPts val="1000"/>
              </a:spcAft>
              <a:defRPr sz="2400">
                <a:solidFill>
                  <a:srgbClr val="C8C8C8"/>
                </a:solidFill>
              </a:defRPr>
            </a:pPr>
            <a:r>
              <a:t>While facing challenges, it holds immense potential to revolutionize science, technology, and industry.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