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Future of Farmers: Navigating Change and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Exploring the evolving landscape of global agriculture.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Understanding key drivers shaping tomorrow's farming practices.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Preparing for a resilient and sustainable food production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Current Challenges Facing Farmers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Climate change impacts: extreme weather, water scarcity, soil degradation.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Increasing global food demand with population growth.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Economic pressures: market volatility, rising input costs, labor shortages.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Dawn of Technological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Integration of AI, IoT, and big data analytics in farming.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Emergence of robotics and autonomous machinery for field work.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Enhanced efficiency and productivity across the agricultural value 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Precision Agriculture and Data-Driven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Sensor networks monitoring soil, water, and crop health in real-time.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Variable rate applications for optimized nutrient and water use.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Predictive analytics for yield forecasting and pest/disease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Biotechnology and Genetic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Development of climate-resilient and pest-resistant crop varieties.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CRISPR gene-editing for enhanced nutritional value and productivity.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Vertical farming and controlled environment agriculture expanding urban food supply.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Sustainable and Regenerative Farming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Adoption of regenerative agriculture for improved soil health and carbon sequestration.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Advanced water conservation techniques like smart irrigation.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Reduced reliance on synthetic chemicals through organic and integrated pest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New Economic Models and Market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Diversification into niche markets, agritourism, and value-added products.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Direct-to-consumer sales and e-commerce platforms expanding reach.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Collaborative farming models and shared resource cooperatives.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Evolving Role of the Farmer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Transition from manual laborer to technology manager and data analyst.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Focus on strategic decision-making, environmental stewardship, and market trends.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Continuous learning and adaptation to new tools, techniques, and regulations.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Policy, Education, and Support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Government incentives and subsidies for sustainable and tech adoption.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Educational programs and vocational training for modern agricultural skills.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Investment in rural broadband infrastructure and innovation hubs.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Cultivating a Resilient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Embracing innovation for increased productivity and environmental sustainability.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Empowering farmers with knowledge, resources, and supportive policies.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➤ Ensuring food security and responsible land stewardship for future generations.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