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generating content: 401 Client Error: Unauthorized for url: https://api-inference.huggingface.co/models/tiiuae/falcon-7b-instruct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goes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