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The future promises safer, smarter healthcare systems.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".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Each slide must include: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Avoid placeholders or generic text.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are too short for longer paragraphs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will contain multiple options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are too long for longer paragraphs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will contain multiple options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will contain multiple options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Some slides will contain multiple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