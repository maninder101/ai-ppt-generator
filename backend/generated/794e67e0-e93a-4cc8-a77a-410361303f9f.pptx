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Artificial Intelligence?</a:t>
            </a:r>
          </a:p>
          <a:p>
            <a:r>
              <a:t>Importance of AI in modern learning systems</a:t>
            </a:r>
          </a:p>
          <a:p>
            <a:r>
              <a:t>How AI is transforming education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learning paths</a:t>
            </a:r>
          </a:p>
          <a:p>
            <a:r>
              <a:t>AI-driven tutoring systems</a:t>
            </a:r>
          </a:p>
          <a:p>
            <a:r>
              <a:t>Smart content creation and grading</a:t>
            </a:r>
          </a:p>
          <a:p>
            <a:r>
              <a:t>Language translation and accessibility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Students and 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feedback and assessments</a:t>
            </a:r>
          </a:p>
          <a:p>
            <a:r>
              <a:t>Reduced workload for teachers</a:t>
            </a:r>
          </a:p>
          <a:p>
            <a:r>
              <a:t>Data-driven insights for better learning outcomes</a:t>
            </a:r>
          </a:p>
          <a:p>
            <a:r>
              <a:t>Encouraging creativity and critical thinking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Ethical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and security</a:t>
            </a:r>
          </a:p>
          <a:p>
            <a:r>
              <a:t>Bias in AI algorithms</a:t>
            </a:r>
          </a:p>
          <a:p>
            <a:r>
              <a:t>Over-reliance on technology</a:t>
            </a:r>
          </a:p>
          <a:p>
            <a:r>
              <a:t>Cost and infrastructure 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virtual and augmented reality</a:t>
            </a:r>
          </a:p>
          <a:p>
            <a:r>
              <a:t>Role of AI in lifelong learning</a:t>
            </a:r>
          </a:p>
          <a:p>
            <a:r>
              <a:t>Upcoming trends and innovations</a:t>
            </a:r>
          </a:p>
          <a:p>
            <a:r>
              <a:t>Balancing human and artificial intelligence</a:t>
            </a:r>
          </a:p>
          <a:p>
            <a:r>
              <a:t>".</a:t>
            </a:r>
          </a:p>
          <a:p>
            <a:r>
              <a:t>Each slide must include:</a:t>
            </a:r>
          </a:p>
          <a:p>
            <a:r>
              <a:t>A clear and relevant title.</a:t>
            </a:r>
          </a:p>
          <a:p>
            <a:r>
              <a:t>3 to 5 bullet points with meaningful, factual, and topic-specific content.</a:t>
            </a:r>
          </a:p>
          <a:p>
            <a:r>
              <a:t>Avoid placeholders or generic text. Output exactly 5 slides in the format below: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