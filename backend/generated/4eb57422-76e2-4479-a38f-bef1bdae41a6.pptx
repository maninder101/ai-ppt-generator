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What is Football? A Global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The world's most popular team sport, also known as soccer.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Played between two teams of 11 players each on a rectangular field.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Objective: score by propelling a ball into the opposing goal.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A Rich History: From Ancient Games to Modern 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Ancient ball games with similar concepts existed across various cultures.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Modern football rules were codified in England in the mid-19th century.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The Football Association (FA) was established in 1863, standardizing the game.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Understanding the Game: Basic Rules and Gameplay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A match consists of two 45-minute halves, totaling 90 minutes, plus stoppage time.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Players primarily use their feet, head, or chest to control and pass the ball.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Only the goalkeeper is allowed to use their hands within their penalty area.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Key Player Positions and Their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**Goalkeepers:** Protect the goal, authorized to use hands within their designated box.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**Defenders:** Primarily tasked with stopping opposition attacks and clearing the ball.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**Midfielders &amp; Forwards:** Control central play, create scoring chances, and score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The Tools of the Game: Equipment and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**Football (Soccer Ball):** Spherical, typically size 5 for adult professional play.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**Player Kit:** Consists of a jersey, shorts, socks, shin guards, and specialized boots.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**The Pitch:** A rectangular grass or artificial turf field with specific markings and two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Major Competitions: The Pinnacle of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**FIFA World Cup:** The premier international tournament held every four years, featuring national teams.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**UEFA Champions League:** An annual club competition for top European football clubs.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**Domestic Leagues:** National leagues (e.g., Premier League, La Liga) are weekly fixtures for clubs.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Legendary Figures and Dominant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**Iconic Players:** Pele, Maradona, Messi, Ronaldo are celebrated for their exceptional skill and impact.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**Successful Clubs:** Real Madrid, FC Barcelona, Manchester United have consistently achieved greatness.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**National Teams:** Brazil, Germany, Italy, Argentina have multiple World Cup victories.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The Art of Strategy: Tactics and 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**Formations:** Organized player arrangements like 4-4-2 or 4-3-3 dictate team structure.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**Offensive Play:** Focuses on creating scoring chances through passing, dribbling, and shooting.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**Defensive Play:** Emphasizes marking opponents, tackling, intercepting passes, and maintaining shape.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Global Impact: Culture, Economy, and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**Fan Culture:** Passionate supporters worldwide follow clubs and national teams with immense loyalty.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**Economic Powerhouse:** Billions in revenue generated through broadcasting, sponsorships, and merchandise.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**Social Influence:** Promotes teamwork, discipline, health, and national identity across diverse communities.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The Future of Football: Growth and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**Technological Advancements:** Video Assistant Referee (VAR) system enhances decision-making accuracy.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**Expanding Reach:** Growing popularity in new markets like North America and Asia continues.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t>**Sustainability &amp; Innovation:** Focus on environmental initiatives and data-driven performance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