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 to Baseball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Baseball is a bat-and-ball game played between two teams.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objective is to score runs by hitting a pitched ball and advancing around bases.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Often called "America's Pastime," with origins dating back to the 19th century.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Basic Game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Two teams of nine players each alternate between offense and defense.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offensive team tries to hit the ball and run the bases to score runs.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defensive team tries to get three "outs" to end the offensive team's turn (an inning).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Player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Pitcher throws the ball towards home plate for the batter to hit.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Catcher squats behind home plate to receive pitches and direct the defense.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Infielders and Outfielders field batted balls and prevent the opposing team from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Equipment and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Essential equipment includes bats, balls, gloves, helmets, and catcher's gear.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Games are played on a diamond-shaped field with four bases: first, second, third, and home.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Key areas include the pitcher's mound, home plate, and outfield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Strategic Elements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Strategy involves pitching types, batting approaches, base running, and defensive positioning.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Notable achievements include no-hitters, grand slams, and World Series championships.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Iconic players and moments have created a rich history and set enduring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Cultural Impact &amp; Global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Baseball is a significant cultural institution in many countries, especially in North America and East Asia.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It fosters teamwork, discipline, and a sense of community among fans and players.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Professional leagues and international tournaments showcase the sport's worldwide popularity.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