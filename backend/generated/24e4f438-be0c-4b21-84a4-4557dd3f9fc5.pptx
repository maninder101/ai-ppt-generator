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Introduction to Baseball**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Baseball is a bat-and-ball game played between two teams of nine players each.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The objective is to score runs by hitting a pitched ball and advancing counter-clockwise around four bases.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Originating in the United States, it has become a popular sport globally, particularly in North America, Latin America, and East Asia.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**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Basic Gameplay Overview**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A game consists of nine innings, with each team getting one turn to bat and one turn to field per inning.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The fielding team attempts to get three offensive players "out" to end the batting team's turn.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Runs are scored when a player successfully advances through all four bases, typically reaching home plate after hitting the ball.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The team with the most runs at the end of nine innings wins the game.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**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Player Positions**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**Pitcher:** Delivers the ball to the batter from the mound, aiming to prevent hits and earn outs.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**Catcher:** Squats behind home plate to receive pitches and directs defensive plays.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**Infielders (1B, 2B, 3B, SS):** Cover the bases and surrounding areas, primarily fielding ground balls.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**Outfielders (LF, CF, RF):** Cover the expansive grassy areas beyond the infield, focusing on catching fly balls and fielding deep hits.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**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Essential Equipment**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**Baseball Bat:** A solid wooden or metal bat used by the batter to hit the pitched ball.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**Baseball:** A cork-cored ball, wound with yarn and covered in leather, used for play.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**Gloves and Mitts:** Specialized leather gloves worn by fielders to catch and control the ball safely.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**Helmets &amp; Protective Gear:** Batting helmets protect batters, while catchers wear extensive protective equipment including a mask, chest protector, and shin guards.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**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Fundamental Strategies**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**Pitching Strategies:** Involve varying pitch types (e.g., fastball, curveball) and locations to confuse batters and induce weak contact or swings-and-misses.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**Batting Approaches:** Range from power hitting for home runs to contact hitting for base hits and strategic bunting for advancing runners.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**Baserunning:** Focuses on advancing safely, stealing bases, and scoring runs efficiently while avoiding outs.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**Defensive Positioning:** Fielders adjust their positions based on the batter, pitcher, and game situation to anticipate plays and cover potential hitting zones.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**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Major Leagues and Global Impact**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**Major League Baseball (MLB):** The premier professional baseball league in North America, comprising 30 teams from the U.S. and Canada.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Other prominent professional leagues exist worldwide, including Nippon Professional Baseball (Japan) and the KBO League (South Korea).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Baseball holds significant cultural importance in many nations, influencing traditions, community, and national identity.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International tournaments like the World Baseball Classic showcase the sport's global reach and competitive spirit among national teams.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➤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