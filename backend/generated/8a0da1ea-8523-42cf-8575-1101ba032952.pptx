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The World of Football: A Comprehensive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Football (soccer) is the most popular sport globally, played by over 250 million people in more than 200 countries.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It is a team sport played with a spherical ball between two teams of 11 players.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The objective is to score by getting the ball into the opposing team's goal.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A Brief History of Football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Modern football originated in England in the 19th century, with the standardization of rules by the Football Association (FA) in 1863.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Ancient forms of ball games resembling football were played in various cultures, including China (Cuju) and ancient Greece.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The sport rapidly spread worldwide through British influence and growing international appeal.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Understanding the Game: Core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Two teams of 11 players compete on a rectangular field with a goal at each end.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Players primarily use their feet, but also their heads and chest, to control and pass the ball.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Goalkeepers are the only players allowed to use their hands within their designated penalty area.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Key Player Positions and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**Goalkeeper:** Protects the goal and is the sole player permitted to use hands within their penalty area.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**Defenders:** Focus on preventing the opposing team from scoring, often marking opponents and clearing the ball.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**Midfielders &amp; Forwards:** Midfielders link defense and attack, while forwards are primarily responsible for scoring goals.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Essential Rules and Common Fouls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A match consists of two 45-minute halves, with a 15-minute half-time interval.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Fouls include tripping, pushing, holding, and dangerous play, resulting in free-kicks or penalty kicks.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Referees enforce rules, issuing yellow cards for warnings and red cards for serious offenses leading to player expulsion.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The Gear of the Game: Essential Equipment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Players wear jerseys, shorts, socks, and shin guards for protection against impacts.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Football boots (cleats) are designed with studs to provide grip on various playing surfaces.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The official football (soccer ball) has a specific circumference, weight, and pressure defined by FIFA.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Major Competitions and Tournaments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The FIFA World Cup is the most prestigious international tournament, held every four years.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Continental championships like the UEFA Champions League and Copa América showcase top club and national teams.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Domestic leagues such as the English Premier League, La Liga, and Serie A feature weekly club competition.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The Global Impact of Football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Football transcends borders, fostering national pride, cultural exchange, and global unity.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It is a massive global industry, generating billions in revenue through broadcasting rights, sponsorships, and merchandise.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The sport often plays a significant role in social development and community building worldwide.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Benefits and Challenges of the Sport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**Benefits:** Promotes physical fitness, teamwork, discipline, and strategic thinking.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**Challenges:** Risk of injuries, intense pressure on athletes, and issues like corruption or hooliganism.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It provides immense entertainment and a shared passion for billions of fans globally.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The Future of Football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Ongoing advancements in technology (e.g., VAR, goal-line technology) aim to improve fair play and accuracy.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Growing focus on youth development, women's football, and sustainable practices is shaping the sport.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The game continues to evolve, adapting to new fan engagement methods and global trends in sports.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