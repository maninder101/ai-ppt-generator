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Transforming Healthcare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AI enhances diagnostics and treatment accuracy.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Machine learning detects diseases earlier.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Hospitals use AI to predict patient risks.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Medical Imaging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Deep learning models analyze MRI and CT scans.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AI speeds up image interpretation by doctors.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Reduces human error in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Drug Discovery and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AI shortens the drug development timeline.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Predicts molecular interactions effectively.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Reduces cost of pharmaceutical trials.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Virtual Health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Chatbots support patients with daily health tracking.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Personalized reminders improve medication adherence.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Reduces burden on healthcare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Challenges and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Data privacy and bias remain major concerns.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Regulations needed for AI-driven decisions.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The future promises safer, smarter healthcare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