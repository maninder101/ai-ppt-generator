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Enduring Value: Old Teachers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Exploring the role and contributions of experienced educators.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Addressing common perceptions and realities.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Highlighting challenges and opportunities for integration.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Wisdom, Experience, and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Deep subject matter expertise and pedagogical knowledge.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Proven classroom management and student engagement skills.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Mentorship for new teachers and institutional memory.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Fostering a stable and nurturing learning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Navigating Change and Overcoming Stereotypes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Challenges with rapidly evolving technology and new methodologies.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Stereotypes of resistance to change or being "out of touch."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Physical demands and energy levels over time.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importance of continuous professional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Leveraging Experience: Support and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Tailored professional development for relevant skills (e.g., digital tools).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Implementing peer-mentorship and collaborative teaching models.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Valuing diverse teaching styles and intergenerational exchange.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Creating an inclusive environment that respects all levels of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 Legacy of Learning: Valuing All Educators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Reaffirming the crucial role of seasoned teachers in education.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Promoting an environment of mutual respect and continuous learning.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Encouraging policies that support and utilize their vast experience.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collective strength of a multi-generational teaching force.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