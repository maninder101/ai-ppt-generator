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Enduring Value of Experienced Educators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Exploring the role and impact of long-serving teachers in education.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Acknowledging the diverse perspectives surrounding age in the teaching profession.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Highlighting the importance of experience alongside innovation in schools.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Wisdom &amp; Experience: Core Strengths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Deep pedagogical knowledge accumulated over decades of teaching.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Strong classroom management skills developed through varied experiences.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A rich understanding of student development and diverse learning needs.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Navigating Modern Educational Landscapes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Challenges in adapting to rapid technological advancements and digital tools.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Potential difficulties with evolving curricula and student engagement strategies.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The physical and mental demands of a dynamic classroom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Impact on Student Learning and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Providing mentorship and life lessons beyond academic curriculum.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Offering stability and a historical perspective within the school community.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Inspiring critical thinking and a deeper appreciation for subjects through rich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Fostering Continued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Implementing tailored professional development for technology and new methodologies.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Creating opportunities for mentorship roles for new educators.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Exploring flexible working arrangements or specialized advisory positions.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Bridging Generations: A Collaborative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Emphasizing the need for intergenerational collaboration in schools.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Recognizing experienced teachers as invaluable assets and institutional memory.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Advocating for policies that support both retention and knowledge transfer.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