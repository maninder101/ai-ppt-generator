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Defines Humanity?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Introduction to the multifaceted nature of "human."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Exploring biological, cognitive, and social dimensions.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journey into understanding our unique place in the world.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Biological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*Homo sapiens* as a species: key evolutionary traits.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Distinct anatomical and physiological characteristics.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Genetic blueprint and biological diversity across populations.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Cognitive Prowess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complex human brain: structure, function, and capacity.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Advanced intelligence, problem-solving, and abstract thought.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Consciousness, self-awareness, and the capacity for introspection.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Social and Cultural Constructs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Formation of complex societies, communities, and cooperation.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Development of language, communication, and shared knowledge.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Creation of culture, ethics, art, and belief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Human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spectrum of emotions: joy, sorrow, love, fear, empathy.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Quest for meaning, purpose, and personal fulfillment.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Individuality within a collective narrative of humanity.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Humanity's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Current global challenges and our collective responsibility.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Technological advancements and their impact on human evolution.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Envisioning the future: potential, ethics, and sustainability.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