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Future of Renewable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Transforming our energy landscape for a sustainable tomorrow.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Exploring innovations, challenges, and pathways forward.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An overview of the evolving role of clean power technologies.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Introduction: The Renewable Imperative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Global climate change demands an urgent transition from fossil fuels.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Growing energy demand requires diverse, sustainable power sources.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Renewables offer energy security, economic growth, and environmental benefits.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Current Landscape &amp; Growth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Renewable energy now accounts for a significant portion of new power generation globally.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Costs of solar and wind have dramatically decreased, reaching grid parity in many regions.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Global investment in renewable energy continues to accelerate year-on-year.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Solar Energy: Beyond Conventional Panels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Next-generation photovoltaics (PV) achieving higher efficiency and lower manufacturing costs.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Perovskite, organic, and bifacial cells expanding application possibilities and flexibility.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Innovations in solar fuels, concentrated solar power, and building-integrated PV.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Wind Energy: Taller, Smarter, Farther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Turbine technology advancements leading to larger, more efficient designs and higher capacity factors.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Offshore wind poised for massive expansion, tapping stronger and more consistent wind resources.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Emerging concepts like airborne wind energy and silent urban turbines for diverse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Emerging &amp; Complementary Renewables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Geothermal energy expanding through enhanced geothermal systems (EGS) in new geographies.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Hydropower innovations focusing on run-of-river projects and pumped-hydro storage solutions.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Ocean energy (tidal, wave) holds significant untapped potential, especially for coastal regions.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Crucial Role of Energy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Battery technologies (Li-ion, solid-state, flow) advancing rapidly in capacity, safety, and cost.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Long-duration storage solutions critical for grid stability and addressing intermittency challenges.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Green hydrogen as an energy carrier for industrial processes, transport, and seasonal storage.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Smart Grids and Digital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Modernizing grids with AI, IoT, and real-time data for optimized energy flow and resilience.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Decentralized energy systems, microgrids, and peer-to-peer energy trading are growing.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Electric vehicles (EVs) becoming mobile storage, enhancing grid flexibility through Vehicle-to-Grid (V2G).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Policy, Investment &amp; Global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Supportive government policies, carbon pricing, and incentives accelerating adoption worldwide.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Increased private sector investment and innovative green financing initiatives are vital.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International cooperation essential for technology transfer, infrastructure development, and market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Conclusion: A Sustainable Energy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The transition to a predominantly renewable energy system is technically feasible and economically viable.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Continued innovation, strategic investment, and robust policy support are paramount.</a:t>
            </a:r>
          </a:p>
          <a:p>
            <a:pPr>
              <a:spcAft>
                <a:spcPts val="1000"/>
              </a:spcAft>
              <a:defRPr sz="2400">
                <a:solidFill>
                  <a:srgbClr val="FFFFFF"/>
                </a:solidFill>
              </a:defRPr>
            </a:pPr>
            <a:r>
              <a:t>A future powered by renewables ensures a cleaner, more resilient, and equitable world for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