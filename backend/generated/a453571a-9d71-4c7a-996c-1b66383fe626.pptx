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The Future of Farmers: Navigating Change and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Addressing global food demand and environmental pressures.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Farmers as stewards of land and innovators of technology.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Exploring key trends shaping the agricultural landscape.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The Rise of Smart Farming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Automation through robotics for planting, harvesting, and livestock management.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AI and machine learning for predictive analytics and crop optimization.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Internet of Things (IoT) sensors monitoring soil, weather, and plant health.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Data-Driven Decision Making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Precision agriculture optimizing resource use (water, fertilizer, pesticides).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Real-time data insights for improved yields and reduced waste.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Farm management software integrating diverse data sources for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Embracing Sustainable and Regenerative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Implementing climate-resilient farming techniques for long-term viability.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Focus on soil health, biodiversity, and water conservation strategies.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Meeting consumer demand for ethically and sustainably produced food.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Diversifying Income Streams and Business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Direct-to-consumer sales, CSAs, and online marketplaces.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Agritourism, educational experiences, and niche product development.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Circular economy principles for waste valorization and renewable energy.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The Evolving Skillset of Modern Farmers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Proficiency in data analytics, software, and advanced machinery operation.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Strong business management, marketing, and financial planning acumen.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Deep understanding of ecological principles and environmental stewardship.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Policy Support and Infrastructure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Government incentives for technology adoption and sustainable farming.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Investment in rural broadband and digital literacy programs.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Accessible education and training for next-generation farmers.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Attracting and Empowering the Next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Making farming an attractive and profitable career choice for youth.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Mentorship programs connecting experienced farmers with new entrants.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Addressing land access and capital challenges for young farmers.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Farmers in a Global Food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Contributing to global food security amidst geopolitical and climate shifts.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Participating in resilient supply chains and international collaborations.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Navigating global markets and trade policies effectively.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11247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4000" b="1">
                <a:solidFill>
                  <a:srgbClr val="FFD700"/>
                </a:solidFill>
              </a:defRPr>
            </a:pPr>
            <a:r>
              <a:t>Conclusion: Resilient, Innovative, and Essential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103120"/>
            <a:ext cx="9418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Farmers are central to solving global food and environmental challenges.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Continuous innovation and adaptation are key to future success.</a:t>
            </a:r>
          </a:p>
          <a:p>
            <a:pPr>
              <a:spcAft>
                <a:spcPts val="1000"/>
              </a:spcAft>
              <a:defRPr sz="2400">
                <a:solidFill>
                  <a:srgbClr val="FFD700"/>
                </a:solidFill>
              </a:defRPr>
            </a:pPr>
            <a:r>
              <a:t>➤ Supporting farmers ensures a sustainable and secure future for 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