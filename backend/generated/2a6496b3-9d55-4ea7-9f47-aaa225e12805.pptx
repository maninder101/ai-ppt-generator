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 to Baseball**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Baseball is a bat-and-ball game played between two teams of nine players each, contested on a diamond-shaped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primary objective is for one team to score more "runs" than the other by hitting a ball and advancing sequentially around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Originating in the United States, baseball has grown into a globally popular sport, particularly prominent in North America, Latin America, and East Asia.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Baseball Diamond and Equipment**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Games are played on a distinctive "baseball diamond," an infield featuring four bases: home plate, first base, second base, and third base.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Key equipment includes a hard leather ball, a wooden or metal bat, and specialized leather gloves used for fielding.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Players wear uniforms and often protective gear, such as batting helmets for batters and advanced protective gear for catchers.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Basic Gameplay and Rules**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A game typically consists of nine innings, with each team taking a turn to bat and a turn to field within each inning.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While batting, a team attempts to score runs; while fielding, the team aims to record three "outs" to end the opponent's turn at bat.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Batters aim to hit pitches within the "strike zone"; three "strikes" result in an out, while four "balls" allow the batter to advance to first base (a "walk").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A run is scored when an offensive player successfully advances around all four bases and touches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Player Positions and Roles**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Pitcher is the central defensive player, throwing the ball to the batter from the pitcher's mound, aiming for strikes or outs.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Catcher crouches behind home plate, receiving pitches and coordinating defensive plays.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Infielders (first, second, third basemen, and shortstop) defend the area around the bases, while Outfielders (left, center, and right fielders) cover the expansive grass area.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Each position requires specialized skills in throwing, fielding, and often batting, contributing to overall team strategy.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Strategies and Tactics**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Offensive strategies include bunting (lightly tapping the ball to advance baserunners), stealing bases, and strategic hitting to place the ball in specific areas of the field.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Defensive tactics involve pitching changes, specific field placements for batters based on their hitting tendencies, and executing double plays to get two outs on one play.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The team manager makes critical in-game decisions regarding lineups, pitching rotations, and tactical adjustments.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Effective communication and teamwork are paramount for successful execution of both offensive and defensive plays.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Major Leagues and Cultural Impact**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Major League Baseball (MLB) stands as the premier professional baseball league in North America, comprising 30 teams across the U.S. and Canada.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Professional leagues thrive globally, most notably in Japan (Nippon Professional Baseball - NPB) and South Korea (KBO League), alongside robust leagues in Latin America.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Baseball holds significant cultural importance in many nations, deeply embedded in national identities, traditions, and community life.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   It symbolizes resilience, teamwork, and historical narratives, influencing art, literature, and social values across diverse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