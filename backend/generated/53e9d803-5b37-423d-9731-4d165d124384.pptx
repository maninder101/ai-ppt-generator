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Future of Farmers: Navigating Change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Exploring the evolving landscape of agriculture worldwide.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Understanding challenges and transformative innovations ahead.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Highlighting the crucial role of farmers in global food security.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Current Challenges for Modern Farmers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Climate change impacts: extreme weather, water scarcity.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Economic pressures: market volatility, rising input costs.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Labor shortages and aging farming populations globally.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Technological Revolution in Agriculture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Emergence of AgTech: sensors, AI, IoT, biotech.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Increasing efficiency and productivity across operations.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Data-driven decisions replacing traditional methods.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Precision Agriculture and Data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Using GPS, drones, and satellite imagery for field mapping.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Optimizing inputs: water, fertilizer, pesticides application.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Real-time data collection for informed crop and livestock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Automation and Robotics in Farming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Autonomous tractors and planting robots for field work.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Robotic harvesting and sorting reducing manual labor.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Automated feeding and monitoring systems for livestock.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Sustainable Farming Practices for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Adoption of regenerative agriculture and soil health focus.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Reduced chemical use through biological pest control.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Water conservation techniques and renewable energy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New Business Models and Value Chains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Direct-to-consumer sales and e-commerce platforms.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Vertical farming, urban agriculture, and controlled environments.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Diversification into agritourism or value-added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Farmer as an Entrepreneur and Innovator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Adapting to new technologies and market demands.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Developing specialized skills in data analysis and tech operation.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Building resilient and diversified farm businesses.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Education and Skill Development for Future Farmers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Training in digital literacy and AgTech platform usage.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Understanding genetics, soil science, and environmental stewardship.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Business management, marketing, and supply chain knowledge.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A Resilient and Tech-Enabled Future for Farming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Farmers empowered by innovation, sustainability, and connectivity.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Ensuring global food security through efficient and responsible practices.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 dynamic and essential role for the next generation of food producers.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