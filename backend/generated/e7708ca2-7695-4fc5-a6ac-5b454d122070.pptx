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Artificial Intelligence in Education: An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Defining AI in Education (AIEd): Technologies enhancing teaching and learning.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From intelligent tutoring systems to administrative support.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Revolutionizing learning experiences and operational efficiency across educational settings.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Key Applications and Benefits of AIEd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Personalized Learning Paths: Adaptive content, individualized pace, and targeted feedback for students.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Automated Assessment &amp; Feedback: Efficient grading and immediate insights for educators and learners.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Data-Driven Insights: Identifying learning gaps, predicting student performance, and informing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Challenges and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Data Privacy and Security: Protecting sensitive student information and maintaining trust.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Algorithmic Bias and Equity: Ensuring fair, inclusive, and unbiased learning experiences for all.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Teacher Role Evolution: Adapting to new tools and redefining human-computer collaboration in the classroom.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C8C8C8"/>
                </a:solidFill>
              </a:defRPr>
            </a:pPr>
            <a:r>
              <a:t>The Future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C8C8C8"/>
                </a:solidFill>
              </a:defRPr>
            </a:pPr>
            <a:r>
              <a:t>Blended Learning Environments: Seamless integration of AI tools with human instruction.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Lifelong Learning &amp; Skill Development: AI supporting continuous upskilling and reskilling for all ages.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Collaborative Development: Importance of educators, developers, and policymakers working together for responsible innovation.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