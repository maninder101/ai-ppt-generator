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Artificial Intelligence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Exploring how AI is transforming modern medicine.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Integration of data analytics, imaging, and automation.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Improving diagnosis, treatment, and patient care.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**Speaker Notes:** Introduce the topic and highlight the impact of AI in medical innovation.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**Visual Suggestion:** Image of AI brain overlayed on healthcare symbols.</a:t>
            </a:r>
          </a:p>
          <a:p>
            <a:pPr>
              <a:defRPr sz="2400">
                <a:solidFill>
                  <a:srgbClr val="FFFFFF"/>
                </a:solidFill>
              </a:defRPr>
            </a:pP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###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Simulation of human intelligence by machines.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Involves machine learning, deep learning, and NLP.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Enables data-driven decision making.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**Speaker Notes:** Explain AI fundamentals and its core components.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**Visual Suggestion:** Diagram showing ML, DL, and NLP under AI.</a:t>
            </a:r>
          </a:p>
          <a:p>
            <a:pPr>
              <a:defRPr sz="2400">
                <a:solidFill>
                  <a:srgbClr val="FFFFFF"/>
                </a:solidFill>
              </a:defRPr>
            </a:pP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###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 in Medical Imaging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AI identifies patterns in X-rays, MRIs, and CT scans.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Detects early signs of diseases like cancer or stroke.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Reduces diagnostic time and human error.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**Speaker Notes:** Discuss how AI tools assist radiologists in early disease detection.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**Visual Suggestion:** MRI scan with AI-detected tumor highlighted.</a:t>
            </a:r>
          </a:p>
          <a:p>
            <a:pPr>
              <a:defRPr sz="2400">
                <a:solidFill>
                  <a:srgbClr val="FFFFFF"/>
                </a:solidFill>
              </a:defRPr>
            </a:pP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###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Predictive Analytics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AI predicts patient outcomes using historical data.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Helps detect potential health risks early.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Supports preventive healthcare strategies.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**Speaker Notes:** Describe predictive models used to foresee patient health issues.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**Visual Suggestion:** Chart showing patient risk prediction model.</a:t>
            </a:r>
          </a:p>
          <a:p>
            <a:pPr>
              <a:defRPr sz="2400">
                <a:solidFill>
                  <a:srgbClr val="FFFFFF"/>
                </a:solidFill>
              </a:defRPr>
            </a:pP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###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Virtual Health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AI chatbots provide 24/7 health support.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Helps patients schedule appointments and monitor health.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Reduces administrative load on hospitals.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**Speaker Notes:** Explain how virtual assistants improve patient engagement.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**Visual Suggestion:** Illustration of AI chatbot assisting a patient online.</a:t>
            </a:r>
          </a:p>
          <a:p>
            <a:pPr>
              <a:defRPr sz="2400">
                <a:solidFill>
                  <a:srgbClr val="FFFFFF"/>
                </a:solidFill>
              </a:defRPr>
            </a:pP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###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