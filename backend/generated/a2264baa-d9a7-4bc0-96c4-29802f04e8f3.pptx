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The future promises safer, smarter healthcare systems.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".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Each slide must include: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Avoid placeholders or generic text.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