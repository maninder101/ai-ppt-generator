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Bullet point 1</a:t>
            </a:r>
          </a:p>
          <a:p>
            <a:r>
              <a:t>Bullet point 2</a:t>
            </a:r>
          </a:p>
          <a:p>
            <a:r>
              <a:t>Bullet point 3</a:t>
            </a:r>
          </a:p>
          <a:p>
            <a:r>
              <a:t>"""</a:t>
            </a:r>
          </a:p>
          <a:p>
            <a:r>
              <a:t>".</a:t>
            </a:r>
          </a:p>
          <a:p>
            <a:r>
              <a:t>Each slide must include:</a:t>
            </a:r>
          </a:p>
          <a:p>
            <a:r>
              <a:t>A clear and relevant title.</a:t>
            </a:r>
          </a:p>
          <a:p>
            <a:r>
              <a:t>3 to 5 bullet points with meaningful, factual, and topic-specific content.</a:t>
            </a:r>
          </a:p>
          <a:p>
            <a:r>
              <a:t>Avoid placeholders or generic text. Output exactly 5 slides in the format below: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