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C8C8C8"/>
                </a:solidFill>
              </a:defRPr>
            </a:pPr>
            <a:r>
              <a:t>The Future of Remote Work: A Strategic Outlook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Understanding the profound shift in work paradigms</a:t>
            </a:r>
          </a:p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Exploring the trends, opportunities, and challenges ahead</a:t>
            </a:r>
          </a:p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Preparing for a more distributed and flexible professional landscape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C8C8C8"/>
                </a:solidFill>
              </a:defRPr>
            </a:pPr>
            <a:r>
              <a:t>The Remote Revolution: A Brief History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From a niche benefit to a global necessity</a:t>
            </a:r>
          </a:p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Accelerated adoption spurred by recent global events</a:t>
            </a:r>
          </a:p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Shifting perceptions of productivity and traditional office structures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C8C8C8"/>
                </a:solidFill>
              </a:defRPr>
            </a:pPr>
            <a:r>
              <a:t>Key Drivers of Future Growth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Continued advancements in digital collaboration tools</a:t>
            </a:r>
          </a:p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Increasing demand for work-life flexibility from employees</a:t>
            </a:r>
          </a:p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Access to a broader, global talent pool for organizations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C8C8C8"/>
                </a:solidFill>
              </a:defRPr>
            </a:pPr>
            <a:r>
              <a:t>Technological Pillars for Tomorrow's Workplace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AI-powered automation and smart productivity platforms</a:t>
            </a:r>
          </a:p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Immersive virtual reality for meetings and collaboration</a:t>
            </a:r>
          </a:p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Enhanced cybersecurity protocols for distributed operations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C8C8C8"/>
                </a:solidFill>
              </a:defRPr>
            </a:pPr>
            <a:r>
              <a:t>The Rise of Hybrid Work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Blending in-office presence with remote flexibility</a:t>
            </a:r>
          </a:p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Customizing approaches based on team needs and roles</a:t>
            </a:r>
          </a:p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Optimizing for both collaboration and individual focus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C8C8C8"/>
                </a:solidFill>
              </a:defRPr>
            </a:pPr>
            <a:r>
              <a:t>Addressing Emerging Challenges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Combating isolation and maintaining team cohesion</a:t>
            </a:r>
          </a:p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Ensuring equitable career progression and professional development</a:t>
            </a:r>
          </a:p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Adapting management styles to focus on outcomes, not oversight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C8C8C8"/>
                </a:solidFill>
              </a:defRPr>
            </a:pPr>
            <a:r>
              <a:t>Cultivating Future-Ready Company Culture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Prioritizing asynchronous communication and documentation</a:t>
            </a:r>
          </a:p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Fostering trust, empathy, and psychological safety remotely</a:t>
            </a:r>
          </a:p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Empowering leaders with skills for distributed team engagement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C8C8C8"/>
                </a:solidFill>
              </a:defRPr>
            </a:pPr>
            <a:r>
              <a:t>Broader Societal and Economic Impacts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Redefining the purpose and design of physical office spaces</a:t>
            </a:r>
          </a:p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Decentralization of talent, boosting regional economies</a:t>
            </a:r>
          </a:p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Potential for reduced environmental footprint and urban planning shifts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C8C8C8"/>
                </a:solidFill>
              </a:defRPr>
            </a:pPr>
            <a:r>
              <a:t>Preparing for Tomorrow's Workplace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Investing in resilient digital infrastructure and training</a:t>
            </a:r>
          </a:p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Developing new competencies for both employees and leaders</a:t>
            </a:r>
          </a:p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Crafting adaptable policies that champion flexibility and inclusion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C8C8C8"/>
                </a:solidFill>
              </a:defRPr>
            </a:pPr>
            <a:r>
              <a:t>Conclusion &amp; The Path Forward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Remote work is a permanent, evolving component of employment</a:t>
            </a:r>
          </a:p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Embracing flexibility requires strategic planning and continuous adaptation</a:t>
            </a:r>
          </a:p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Fostering innovation and connection in a distributed world is key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