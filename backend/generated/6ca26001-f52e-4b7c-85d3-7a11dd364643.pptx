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Transforming Healthcare with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FFFF"/>
                </a:solidFill>
              </a:defRPr>
            </a:pPr>
            <a:r>
              <a:t>AI enhances diagnostics and treatment accuracy.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Machine learning detects diseases earlier.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Hospitals use AI to predict patient risks.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Medical Imaging and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FFFF"/>
                </a:solidFill>
              </a:defRPr>
            </a:pPr>
            <a:r>
              <a:t>Deep learning models analyze MRI and CT scans.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AI speeds up image interpretation by doctors.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Reduces human error in diagnostics.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Drug Discovery and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FFFF"/>
                </a:solidFill>
              </a:defRPr>
            </a:pPr>
            <a:r>
              <a:t>AI shortens the drug development timeline.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Predicts molecular interactions effectively.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Reduces cost of pharmaceutical trials.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Virtual Health Assistants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FFFF"/>
                </a:solidFill>
              </a:defRPr>
            </a:pPr>
            <a:r>
              <a:t>Chatbots support patients with daily health tracking.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Personalized reminders improve medication adherence.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Reduces burden on healthcare staff.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Challenges and Future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FFFF"/>
                </a:solidFill>
              </a:defRPr>
            </a:pPr>
            <a:r>
              <a:t>Data privacy and bias remain major concerns.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Regulations needed for AI-driven decisions.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The future promises safer, smarter healthcare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