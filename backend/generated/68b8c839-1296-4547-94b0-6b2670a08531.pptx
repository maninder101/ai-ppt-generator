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Bull: An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Male bovine animal, known for immense strength.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Defined by muscular build and often prominent horns.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Plays crucial roles in both wild ecosystems and agriculture.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Biology and Key Breeds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Characterized by significant musculature and reproductive organs.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Primary role in breeding cattle for genetic improvement.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Includes diverse breeds like Angus, Hereford, and Brahman.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Cultural Significance and Symbolism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Represents power, fertility, and assertiveness across cultures.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Featured in ancient myths, religions, and astrological signs (Taurus).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Often associated with courage and untamed 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Bulls in Sports and Entertainment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Central to traditional events like bullfighting and rodeos.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Bull riding tests skill and endurance between rider and animal.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Popular imagery in various media and mascots.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Economic and Agricultural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Essential for meat production, contributing to the beef industry.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Used as breeding stock to pass on desirable traits.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Historically served as draft animals in many societies.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Conservation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Wild relatives like the aurochs highlight ancestral lineage.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Genetic preservation is vital for diverse cattle populations.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Sustainable practices ensure humane treatment and ecological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