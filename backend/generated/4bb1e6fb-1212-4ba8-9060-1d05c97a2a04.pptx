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Transforming modern medicine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Data + automation = smarter care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Faster diagnosis &amp; better outcomes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**Speaker Notes:** Introduce AI’s growing impact in healthcare.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**Visual:** AI brain with medical icons</a:t>
            </a:r>
          </a:p>
          <a:p>
            <a:pPr>
              <a:defRPr sz="2400">
                <a:solidFill>
                  <a:srgbClr val="1E1E1E"/>
                </a:solidFill>
              </a:defRPr>
            </a:pP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What is AI?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Machines mimicking human thinking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Learns from data patterns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Includes ML &amp; NLP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**Speaker Notes:** Define AI briefly.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**Visual:** Flowchart of AI → ML → Deep Learning</a:t>
            </a:r>
          </a:p>
          <a:p>
            <a:pPr>
              <a:defRPr sz="2400">
                <a:solidFill>
                  <a:srgbClr val="1E1E1E"/>
                </a:solidFill>
              </a:defRPr>
            </a:pP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Medical Imaging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Detects tumors &amp; diseases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human error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Faster image analysis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**Speaker Notes:** Show how AI helps radiologists.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**Visual:** X-ray with AI detection highlights</a:t>
            </a:r>
          </a:p>
          <a:p>
            <a:pPr>
              <a:defRPr sz="2400">
                <a:solidFill>
                  <a:srgbClr val="1E1E1E"/>
                </a:solidFill>
              </a:defRPr>
            </a:pP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Forecasts patient health risks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Uses past data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Supports preventive care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**Speaker Notes:** Explain predictive models.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**Visual:** Risk prediction chart</a:t>
            </a:r>
          </a:p>
          <a:p>
            <a:pPr>
              <a:defRPr sz="2400">
                <a:solidFill>
                  <a:srgbClr val="1E1E1E"/>
                </a:solidFill>
              </a:defRPr>
            </a:pP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1E1E1E"/>
                </a:solidFill>
              </a:defRPr>
            </a:pPr>
            <a:r>
              <a:t>Virtual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>
                <a:solidFill>
                  <a:srgbClr val="1E1E1E"/>
                </a:solidFill>
              </a:defRPr>
            </a:pPr>
            <a:r>
              <a:t>24/7 chatbots for patients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Schedule &amp; monitor health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Reduces hospital workload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**Speaker Notes:** Mention patient engagement.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**Visual:** AI chatbot on mobile screen</a:t>
            </a:r>
          </a:p>
          <a:p>
            <a:pPr>
              <a:defRPr sz="2400">
                <a:solidFill>
                  <a:srgbClr val="1E1E1E"/>
                </a:solidFill>
              </a:defRPr>
            </a:pP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###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