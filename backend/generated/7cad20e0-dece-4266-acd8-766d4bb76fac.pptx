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The Great American Pastime: An Introduction to Baseball**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*   Baseball is a bat-and-ball game played between two teams of nine players each.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*   Originating in the United States, it is widely known as "America's National Pastime."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*   The objective is to score runs by hitting a ball thrown by the opposing team's pitcher and advancing around a series of four bases.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*   It combines elements of strategy, athleticism, and individual skill within a cohesive team framework.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**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The Diamond and Essential Gear**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*   The game is played on a diamond-shaped field, featuring four bases: first, second, third, and home plate.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*   Key equipment includes a baseball (a hard, cork-centered ball), a bat (typically wood or aluminum), and specialized gloves for fielding.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*   Players wear uniforms to identify their team, along with protective gear such as helmets for batters and chest protectors for catchers.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**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Core Mechanics: Batting, Fielding, and Running**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*   One team bats while the other fields. The batting team aims to hit the pitched ball and advance runners around the bases to score.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*   A player must successfully touch all four bases in sequential order (first, second, third, home) to score a run.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*   The fielding team's primary goal is to prevent runs by getting batters and runners "out" through various established rules and actions.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*   The fundamental objective of the game is to accumulate more runs than the opposing team.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**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Understanding Player Roles**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*   Each defensive team consists of nine players, including a pitcher who throws the ball towards home plate and a catcher positioned behind it.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*   Infielders (first baseman, second baseman, third baseman, shortstop) cover the areas near the bases to field ground balls and execute plays.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*   Outfielders (left field, center field, right field) cover the expansive grass areas, responsible for catching fly balls and retrieving batted balls.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**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How the Game Progresses and is Won**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*   A standard game is divided into nine segments called "innings," with each team receiving one turn to bat per inning.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*   A batting team's turn in an inning concludes once three of its players are successfully called "out" by the fielding team.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*   The team that has scored the most runs after the completion of nine innings is declared the winner of the game.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*   If scores are tied after nine innings, additional innings are played until one team holds a lead at the end of an inning.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**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Beyond the Bases: Baseball's Global Reach**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*   Baseball holds significant cultural impact, particularly in North America, Latin America, and East Asia, fostering strong community traditions.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*   Major League Baseball (MLB) stands as the premier professional league, comprising 30 teams across the United States and Canada.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*   Popular variations include softball (played with a larger ball on a smaller field) and T-ball (a beginner's version where the ball is hit from a stationary tee).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*   Its enduring appeal stems from a compelling blend of strategic team play, individual athletic brilliance, and dramatic moments.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