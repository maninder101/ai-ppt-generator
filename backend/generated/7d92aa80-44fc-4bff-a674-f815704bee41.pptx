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Transforming Healthcare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enhances diagnostics and treatment accuracy.</a:t>
            </a:r>
          </a:p>
          <a:p>
            <a:r>
              <a:t>Machine learning detects diseases earlier.</a:t>
            </a:r>
          </a:p>
          <a:p>
            <a:r>
              <a:t>Hospitals use AI to predict patient risks.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Imaging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learning models analyze MRI and CT scans.</a:t>
            </a:r>
          </a:p>
          <a:p>
            <a:r>
              <a:t>AI speeds up image interpretation by doctors.</a:t>
            </a:r>
          </a:p>
          <a:p>
            <a:r>
              <a:t>Reduces human error in diagnostics.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Drug Discovery and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shortens the drug development timeline.</a:t>
            </a:r>
          </a:p>
          <a:p>
            <a:r>
              <a:t>Predicts molecular interactions effectively.</a:t>
            </a:r>
          </a:p>
          <a:p>
            <a:r>
              <a:t>Reduces cost of pharmaceutical trials.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 Health Assistants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Chatbots support patients with daily health tracking.</a:t>
            </a:r>
          </a:p>
          <a:p>
            <a:r>
              <a:t>Personalized reminders improve medication adherence.</a:t>
            </a:r>
          </a:p>
          <a:p>
            <a:r>
              <a:t>Reduces burden on healthcare staff.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privacy and bias remain major concerns.</a:t>
            </a:r>
          </a:p>
          <a:p>
            <a:r>
              <a:t>Regulations needed for AI-driven decisions.</a:t>
            </a:r>
          </a:p>
          <a:p>
            <a:r>
              <a:t>The future promises safer, smarter healthcare systems.</a:t>
            </a:r>
          </a:p>
          <a:p>
            <a:r>
              <a:t>".</a:t>
            </a:r>
          </a:p>
          <a:p>
            <a:r>
              <a:t>Each slide must include:</a:t>
            </a:r>
          </a:p>
          <a:p>
            <a:r>
              <a:t>A clear and relevant title.</a:t>
            </a:r>
          </a:p>
          <a:p>
            <a:r>
              <a:t>3 to 5 bullet points with meaningful, factual, and topic-specific content.</a:t>
            </a:r>
          </a:p>
          <a:p>
            <a:r>
              <a:t>Avoid placeholders or generic text. Output exactly 5 slides in the format below: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