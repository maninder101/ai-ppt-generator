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731520"/>
            <a:ext cx="112471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4000" b="1">
                <a:solidFill>
                  <a:srgbClr val="C8C8C8"/>
                </a:solidFill>
              </a:defRPr>
            </a:pPr>
            <a:r>
              <a:t>Welcome to the World of Baseball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2103120"/>
            <a:ext cx="9418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000"/>
              </a:spcAft>
              <a:defRPr sz="2400">
                <a:solidFill>
                  <a:srgbClr val="C8C8C8"/>
                </a:solidFill>
              </a:defRPr>
            </a:pPr>
            <a:r>
              <a:t>Baseball is a bat-and-ball game played between two teams.</a:t>
            </a:r>
          </a:p>
          <a:p>
            <a:pPr>
              <a:spcAft>
                <a:spcPts val="1000"/>
              </a:spcAft>
              <a:defRPr sz="2400">
                <a:solidFill>
                  <a:srgbClr val="C8C8C8"/>
                </a:solidFill>
              </a:defRPr>
            </a:pPr>
            <a:r>
              <a:t>The objective is to score runs by hitting a ball and advancing around four bases.</a:t>
            </a:r>
          </a:p>
          <a:p>
            <a:pPr>
              <a:spcAft>
                <a:spcPts val="1000"/>
              </a:spcAft>
              <a:defRPr sz="2400">
                <a:solidFill>
                  <a:srgbClr val="C8C8C8"/>
                </a:solidFill>
              </a:defRPr>
            </a:pPr>
            <a:r>
              <a:t>It is widely popular, especially in North America, Japan, and Latin America.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731520"/>
            <a:ext cx="112471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4000" b="1">
                <a:solidFill>
                  <a:srgbClr val="C8C8C8"/>
                </a:solidFill>
              </a:defRPr>
            </a:pPr>
            <a:r>
              <a:t>A Rich History and Evolution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2103120"/>
            <a:ext cx="9418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000"/>
              </a:spcAft>
              <a:defRPr sz="2400">
                <a:solidFill>
                  <a:srgbClr val="C8C8C8"/>
                </a:solidFill>
              </a:defRPr>
            </a:pPr>
            <a:r>
              <a:t>Baseball's roots trace back to earlier bat-and-ball games played in England and the US.</a:t>
            </a:r>
          </a:p>
          <a:p>
            <a:pPr>
              <a:spcAft>
                <a:spcPts val="1000"/>
              </a:spcAft>
              <a:defRPr sz="2400">
                <a:solidFill>
                  <a:srgbClr val="C8C8C8"/>
                </a:solidFill>
              </a:defRPr>
            </a:pPr>
            <a:r>
              <a:t>The "Knickerbocker Rules," established in 1845, formalized many aspects of the modern game.</a:t>
            </a:r>
          </a:p>
          <a:p>
            <a:pPr>
              <a:spcAft>
                <a:spcPts val="1000"/>
              </a:spcAft>
              <a:defRPr sz="2400">
                <a:solidFill>
                  <a:srgbClr val="C8C8C8"/>
                </a:solidFill>
              </a:defRPr>
            </a:pPr>
            <a:r>
              <a:t>It evolved into a professional sport, leading to the formation of Major League Baseball (MLB).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731520"/>
            <a:ext cx="112471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4000" b="1">
                <a:solidFill>
                  <a:srgbClr val="C8C8C8"/>
                </a:solidFill>
              </a:defRPr>
            </a:pPr>
            <a:r>
              <a:t>The Diamond and Essential Gear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2103120"/>
            <a:ext cx="9418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000"/>
              </a:spcAft>
              <a:defRPr sz="2400">
                <a:solidFill>
                  <a:srgbClr val="C8C8C8"/>
                </a:solidFill>
              </a:defRPr>
            </a:pPr>
            <a:r>
              <a:t>The game is played on a unique diamond-shaped field with four bases.</a:t>
            </a:r>
          </a:p>
          <a:p>
            <a:pPr>
              <a:spcAft>
                <a:spcPts val="1000"/>
              </a:spcAft>
              <a:defRPr sz="2400">
                <a:solidFill>
                  <a:srgbClr val="C8C8C8"/>
                </a:solidFill>
              </a:defRPr>
            </a:pPr>
            <a:r>
              <a:t>Key equipment includes a bat, ball, specialized gloves, and protective gear for catchers.</a:t>
            </a:r>
          </a:p>
          <a:p>
            <a:pPr>
              <a:spcAft>
                <a:spcPts val="1000"/>
              </a:spcAft>
              <a:defRPr sz="2400">
                <a:solidFill>
                  <a:srgbClr val="C8C8C8"/>
                </a:solidFill>
              </a:defRPr>
            </a:pPr>
            <a:r>
              <a:t>Specific dimensions and equipment regulations ensure fair and consistent play.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731520"/>
            <a:ext cx="112471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4000" b="1">
                <a:solidFill>
                  <a:srgbClr val="C8C8C8"/>
                </a:solidFill>
              </a:defRPr>
            </a:pPr>
            <a:r>
              <a:t>Basic Rules and Scoring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2103120"/>
            <a:ext cx="9418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000"/>
              </a:spcAft>
              <a:defRPr sz="2400">
                <a:solidFill>
                  <a:srgbClr val="C8C8C8"/>
                </a:solidFill>
              </a:defRPr>
            </a:pPr>
            <a:r>
              <a:t>Two teams of nine players alternate between batting (offense) and fielding (defense).</a:t>
            </a:r>
          </a:p>
          <a:p>
            <a:pPr>
              <a:spcAft>
                <a:spcPts val="1000"/>
              </a:spcAft>
              <a:defRPr sz="2400">
                <a:solidFill>
                  <a:srgbClr val="C8C8C8"/>
                </a:solidFill>
              </a:defRPr>
            </a:pPr>
            <a:r>
              <a:t>A run is scored when an offensive player successfully touches all four bases in order.</a:t>
            </a:r>
          </a:p>
          <a:p>
            <a:pPr>
              <a:spcAft>
                <a:spcPts val="1000"/>
              </a:spcAft>
              <a:defRPr sz="2400">
                <a:solidFill>
                  <a:srgbClr val="C8C8C8"/>
                </a:solidFill>
              </a:defRPr>
            </a:pPr>
            <a:r>
              <a:t>A typical game consists of nine innings, with the team scoring the most runs declared the winner.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731520"/>
            <a:ext cx="112471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4000" b="1">
                <a:solidFill>
                  <a:srgbClr val="C8C8C8"/>
                </a:solidFill>
              </a:defRPr>
            </a:pPr>
            <a:r>
              <a:t>Key Player Positions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2103120"/>
            <a:ext cx="9418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000"/>
              </a:spcAft>
              <a:defRPr sz="2400">
                <a:solidFill>
                  <a:srgbClr val="C8C8C8"/>
                </a:solidFill>
              </a:defRPr>
            </a:pPr>
            <a:r>
              <a:t>Each team features a pitcher, catcher, four infielders, and three outfielders.</a:t>
            </a:r>
          </a:p>
          <a:p>
            <a:pPr>
              <a:spcAft>
                <a:spcPts val="1000"/>
              </a:spcAft>
              <a:defRPr sz="2400">
                <a:solidFill>
                  <a:srgbClr val="C8C8C8"/>
                </a:solidFill>
              </a:defRPr>
            </a:pPr>
            <a:r>
              <a:t>The pitcher delivers the ball to the batter, initiating most plays.</a:t>
            </a:r>
          </a:p>
          <a:p>
            <a:pPr>
              <a:spcAft>
                <a:spcPts val="1000"/>
              </a:spcAft>
              <a:defRPr sz="2400">
                <a:solidFill>
                  <a:srgbClr val="C8C8C8"/>
                </a:solidFill>
              </a:defRPr>
            </a:pPr>
            <a:r>
              <a:t>Every position has a specialized role crucial to both offensive and defensive strategies.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731520"/>
            <a:ext cx="112471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4000" b="1">
                <a:solidFill>
                  <a:srgbClr val="C8C8C8"/>
                </a:solidFill>
              </a:defRPr>
            </a:pPr>
            <a:r>
              <a:t>Offensive Strategy: Batting and Baserunning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2103120"/>
            <a:ext cx="9418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000"/>
              </a:spcAft>
              <a:defRPr sz="2400">
                <a:solidFill>
                  <a:srgbClr val="C8C8C8"/>
                </a:solidFill>
              </a:defRPr>
            </a:pPr>
            <a:r>
              <a:t>Batters aim to hit the pitched ball effectively to reach base safely.</a:t>
            </a:r>
          </a:p>
          <a:p>
            <a:pPr>
              <a:spcAft>
                <a:spcPts val="1000"/>
              </a:spcAft>
              <a:defRPr sz="2400">
                <a:solidFill>
                  <a:srgbClr val="C8C8C8"/>
                </a:solidFill>
              </a:defRPr>
            </a:pPr>
            <a:r>
              <a:t>Once on base, runners strategically advance counter-clockwise around the bases.</a:t>
            </a:r>
          </a:p>
          <a:p>
            <a:pPr>
              <a:spcAft>
                <a:spcPts val="1000"/>
              </a:spcAft>
              <a:defRPr sz="2400">
                <a:solidFill>
                  <a:srgbClr val="C8C8C8"/>
                </a:solidFill>
              </a:defRPr>
            </a:pPr>
            <a:r>
              <a:t>Tactics include bunting, stealing bases, and hitting for power to score runs.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731520"/>
            <a:ext cx="112471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4000" b="1">
                <a:solidFill>
                  <a:srgbClr val="C8C8C8"/>
                </a:solidFill>
              </a:defRPr>
            </a:pPr>
            <a:r>
              <a:t>Defensive Strategy: Pitching and Fielding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2103120"/>
            <a:ext cx="9418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000"/>
              </a:spcAft>
              <a:defRPr sz="2400">
                <a:solidFill>
                  <a:srgbClr val="C8C8C8"/>
                </a:solidFill>
              </a:defRPr>
            </a:pPr>
            <a:r>
              <a:t>Pitchers attempt to strike out batters or induce easy outs for their fielders.</a:t>
            </a:r>
          </a:p>
          <a:p>
            <a:pPr>
              <a:spcAft>
                <a:spcPts val="1000"/>
              </a:spcAft>
              <a:defRPr sz="2400">
                <a:solidFill>
                  <a:srgbClr val="C8C8C8"/>
                </a:solidFill>
              </a:defRPr>
            </a:pPr>
            <a:r>
              <a:t>Fielders work to catch batted balls, tag runners, and throw them out at bases.</a:t>
            </a:r>
          </a:p>
          <a:p>
            <a:pPr>
              <a:spcAft>
                <a:spcPts val="1000"/>
              </a:spcAft>
              <a:defRPr sz="2400">
                <a:solidFill>
                  <a:srgbClr val="C8C8C8"/>
                </a:solidFill>
              </a:defRPr>
            </a:pPr>
            <a:r>
              <a:t>Coordinated teamwork is essential to prevent the opposing team from scoring.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731520"/>
            <a:ext cx="112471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4000" b="1">
                <a:solidFill>
                  <a:srgbClr val="C8C8C8"/>
                </a:solidFill>
              </a:defRPr>
            </a:pPr>
            <a:r>
              <a:t>Major Leagues and International Play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2103120"/>
            <a:ext cx="9418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000"/>
              </a:spcAft>
              <a:defRPr sz="2400">
                <a:solidFill>
                  <a:srgbClr val="C8C8C8"/>
                </a:solidFill>
              </a:defRPr>
            </a:pPr>
            <a:r>
              <a:t>Major League Baseball (MLB) is the premier professional league in North America.</a:t>
            </a:r>
          </a:p>
          <a:p>
            <a:pPr>
              <a:spcAft>
                <a:spcPts val="1000"/>
              </a:spcAft>
              <a:defRPr sz="2400">
                <a:solidFill>
                  <a:srgbClr val="C8C8C8"/>
                </a:solidFill>
              </a:defRPr>
            </a:pPr>
            <a:r>
              <a:t>Other strong professional leagues exist in countries like Japan (NPB) and Korea (KBO).</a:t>
            </a:r>
          </a:p>
          <a:p>
            <a:pPr>
              <a:spcAft>
                <a:spcPts val="1000"/>
              </a:spcAft>
              <a:defRPr sz="2400">
                <a:solidFill>
                  <a:srgbClr val="C8C8C8"/>
                </a:solidFill>
              </a:defRPr>
            </a:pPr>
            <a:r>
              <a:t>The World Baseball Classic is a significant international tournament featuring national teams.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731520"/>
            <a:ext cx="112471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4000" b="1">
                <a:solidFill>
                  <a:srgbClr val="C8C8C8"/>
                </a:solidFill>
              </a:defRPr>
            </a:pPr>
            <a:r>
              <a:t>Cultural Impact and Global Appeal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2103120"/>
            <a:ext cx="9418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000"/>
              </a:spcAft>
              <a:defRPr sz="2400">
                <a:solidFill>
                  <a:srgbClr val="C8C8C8"/>
                </a:solidFill>
              </a:defRPr>
            </a:pPr>
            <a:r>
              <a:t>Baseball is deeply ingrained in the cultural fabric of many nations worldwide.</a:t>
            </a:r>
          </a:p>
          <a:p>
            <a:pPr>
              <a:spcAft>
                <a:spcPts val="1000"/>
              </a:spcAft>
              <a:defRPr sz="2400">
                <a:solidFill>
                  <a:srgbClr val="C8C8C8"/>
                </a:solidFill>
              </a:defRPr>
            </a:pPr>
            <a:r>
              <a:t>It fosters community, tradition, and provides iconic sports heroes and memorable moments.</a:t>
            </a:r>
          </a:p>
          <a:p>
            <a:pPr>
              <a:spcAft>
                <a:spcPts val="1000"/>
              </a:spcAft>
              <a:defRPr sz="2400">
                <a:solidFill>
                  <a:srgbClr val="C8C8C8"/>
                </a:solidFill>
              </a:defRPr>
            </a:pPr>
            <a:r>
              <a:t>Its strategic depth and blend of individual skill and team play attract millions of fans.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731520"/>
            <a:ext cx="112471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4000" b="1">
                <a:solidFill>
                  <a:srgbClr val="C8C8C8"/>
                </a:solidFill>
              </a:defRPr>
            </a:pPr>
            <a:r>
              <a:t>The Enduring Legacy of Baseball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2103120"/>
            <a:ext cx="9418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000"/>
              </a:spcAft>
              <a:defRPr sz="2400">
                <a:solidFill>
                  <a:srgbClr val="C8C8C8"/>
                </a:solidFill>
              </a:defRPr>
            </a:pPr>
            <a:r>
              <a:t>A sport rich in history, strategy, and dramatic competitive moments.</a:t>
            </a:r>
          </a:p>
          <a:p>
            <a:pPr>
              <a:spcAft>
                <a:spcPts val="1000"/>
              </a:spcAft>
              <a:defRPr sz="2400">
                <a:solidFill>
                  <a:srgbClr val="C8C8C8"/>
                </a:solidFill>
              </a:defRPr>
            </a:pPr>
            <a:r>
              <a:t>Continues to adapt and evolve while maintaining its timeless core principles.</a:t>
            </a:r>
          </a:p>
          <a:p>
            <a:pPr>
              <a:spcAft>
                <a:spcPts val="1000"/>
              </a:spcAft>
              <a:defRPr sz="2400">
                <a:solidFill>
                  <a:srgbClr val="C8C8C8"/>
                </a:solidFill>
              </a:defRPr>
            </a:pPr>
            <a:r>
              <a:t>Inspires passion, sportsmanship, and a lasting love for the game across generations.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