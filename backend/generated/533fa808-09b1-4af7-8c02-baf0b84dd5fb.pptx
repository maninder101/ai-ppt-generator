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Transforming Healthcare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enhances diagnostics and treatment accuracy.</a:t>
            </a:r>
          </a:p>
          <a:p>
            <a:r>
              <a:t>Machine learning detects diseases earlier.</a:t>
            </a:r>
          </a:p>
          <a:p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Medical Imaging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models analyze MRI and CT scans.</a:t>
            </a:r>
          </a:p>
          <a:p>
            <a:r>
              <a:t>AI speeds up image interpretation by doctors.</a:t>
            </a:r>
          </a:p>
          <a:p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Drug Discovery and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shortens the drug development timeline.</a:t>
            </a:r>
          </a:p>
          <a:p>
            <a:r>
              <a:t>Predicts molecular interactions effectively.</a:t>
            </a:r>
          </a:p>
          <a:p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Virtual Health Assistants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Chatbots support patients with daily health tracking.</a:t>
            </a:r>
          </a:p>
          <a:p>
            <a:r>
              <a:t>Personalized reminders improve medication adherence.</a:t>
            </a:r>
          </a:p>
          <a:p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Challenges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and bias remain major concerns.</a:t>
            </a:r>
          </a:p>
          <a:p>
            <a:r>
              <a:t>Regulations needed for AI-driven decisions.</a:t>
            </a:r>
          </a:p>
          <a:p>
            <a:r>
              <a:t>The future promises safer, smarter healthcare systems.</a:t>
            </a:r>
          </a:p>
          <a:p>
            <a:r>
              <a:t>.</a:t>
            </a:r>
          </a:p>
          <a:p>
            <a:r>
              <a:t>Each slide must have a meaningful title and 3-5 bullet points with actual content.</a:t>
            </a:r>
          </a:p>
          <a:p>
            <a:r>
              <a:t>Only provide content relevant to the topic; do not include instructions or placeholders.</a:t>
            </a:r>
          </a:p>
          <a:p>
            <a:r>
              <a:t>Format like this: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