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Artificial Intelligence in Education: Shaping the Future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Introduction to AI's growing role in educational settings.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Why AI is transforming traditional teaching and learning methods.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Overview of key applications, benefits, and challenges.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Applications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Personalized Learning Paths and Adaptive Content.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Automated Grading, Feedback, and Assessment Tools.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Intelligent Tutoring Systems and Virtual Assistants for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Benefits for Students and Educators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Enhanced Student Engagement and Improved Learning Outcomes.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Increased Efficiency and Reduced Workload for Educators.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Data-Driven Insights for Curriculum Development and Institutional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Ensuring Data Privacy, Security, and Algorithmic Bias Mitigation.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Addressing Equity Gaps and Digital Divide Issues.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Rethinking the Role of Educators and Providing Adequate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Future Landscape: AI and Human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Emphasizing Human-AI Symbiosis in the Classroom.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Emerging Trends: AI-powered VR/AR and Lifelong Learning Platforms.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Conclusion: Strategic Integration for a More Effective and Equitable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