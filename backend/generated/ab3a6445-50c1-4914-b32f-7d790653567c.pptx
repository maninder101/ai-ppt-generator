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Introduction to Quantum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new paradigm of computation leveraging quantum mechanics.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Differs fundamentally from classical computers.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Aims to solve complex problems currently intractable.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Quantum Bit: Qubit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basic unit of quantum information.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Can represent 0, 1, or a combination of both simultaneously.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Unlike classical bits (either 0 or 1 exclusively).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Principles: Superposition &amp; Entanglement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**Superposition:** Qubits can exist in multiple states at once.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**Entanglement:** Qubits become interconnected, influencing each other instantly.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These phenomena enable parallel processing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Quantum Computers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Manipulate qubits using quantum gates and algorithms.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Exploit superposition and entanglement for complex calculations.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Measurements collapse qubit states to classical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Potential Applications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Revolutionizing drug discovery and material science.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Developing unbreakable encryption and advanced AI.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Optimizing logistics, finance, and complex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Current 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Building stable, error-corrected quantum computers is complex.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High cost and delicate operating environments remain hurdles.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rapidly advancing field with transformative long-term potential.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