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Mobile Revolution: Understanding a Connected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Defines "mobile" beyond just phones, encompassing portability and connectivity.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Highlights the shift from fixed to untethered communication and computing.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Emphasizes its pervasive presence across daily life and various sectors.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Evolution of Mobile Technology: From Bricks to Smartphones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Traces early mobile communication from 1G analog systems to 2G digital.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Explores the rise of 3G for mobile internet and 4G for high-speed data.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Covers the current 5G era, focusing on speed, low latency, and IoT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Technologies Powering Mobile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Discusses key hardware components: processors, displays, batteries, cameras, sensors.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Explains essential wireless protocols: Wi-Fi, Bluetooth, GPS, NFC.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Covers mobile operating systems (iOS, Android) and their app ecosystems.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Societal and Economic Impact of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Transforms personal communication, social interaction, and access to information.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Drives innovation in industries like e-commerce, healthcare, and entertainment.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Creates new business models, job opportunities, and global connectivity.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Challenges and Emerging Trends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Addresses challenges like data privacy, cybersecurity, digital divide, and addiction.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Explores emerging trends: AI integration, augmented reality (AR), and flexible displays.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Discusses the growth of edge computing and continued expansion of IoT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Future of Mobile: Seamless Integration and Ubiquitous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Summarizes mobile's role as a central hub for personal and professional life.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Anticipates a future of hyper-connectivity and deeper integration with AI and AR.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Concludes on mobile's ongoing evolution as a force for innovation and global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