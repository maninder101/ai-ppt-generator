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The future promises safer, smarter healthcare systems.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".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Each slide must include: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 clear title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3-5 informative bullet points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placeholders or generic text.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Confirm the title, title description, and key words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the use of double quotes.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Use a single quote.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Use hyphens.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Use commas or commas with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 or commas with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the use of apostrophes.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capital letters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 or commas with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use of commas and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apostrophes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or commas with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apostrophes.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 and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apostrophes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 and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 and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apostrophes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commas and punctuation.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Avoid using apostrophes.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