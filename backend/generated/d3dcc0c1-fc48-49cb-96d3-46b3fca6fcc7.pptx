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Artificial Intelligence in Education: 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Understanding AI's role in modern learning environments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Brief introduction to its potential to transform teaching and learning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Setting the stage for exploring opportunities and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Opportunities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Personalized Learning Paths: Tailoring content and pace to individual student needs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Enhanced Teacher Efficiency: Automating administrative tasks, grading, and feedback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Improved Accessibility &amp; Engagement: Adaptive tools and resources for diverse learners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Applications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Intelligent Tutoring Systems (ITS): Providing individualized support and immediate feedback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Automated Assessment &amp; Analytics: Efficient grading and insights into student performance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Content Curation &amp; Recommendation: Delivering relevant learning materials and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&amp;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Data Privacy &amp; Security: Protecting sensitive student information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Algorithmic Bias &amp; Equity: Ensuring fair and unbiased learning experiences for all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Digital Divide: Addressing unequal access to technology and AI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Landscape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Developing Adaptive Learning Environments: Dynamic and responsive educational experiences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AI as a Collaborative Partner: Supporting human educators, not replacing them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Preparing Students for an AI-Integrated World: Fostering critical thinking and digital literacy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